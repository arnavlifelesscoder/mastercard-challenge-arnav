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Arm A, network view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Checkout injection</c:v>
                  </c:pt>
                  <c:pt idx="1">
                    <c:v>Email injection</c:v>
                  </c:pt>
                  <c:pt idx="2">
                    <c:v>Cart substitution</c:v>
                  </c:pt>
                  <c:pt idx="3">
                    <c:v>Sub-cap structuring</c:v>
                  </c:pt>
                  <c:pt idx="4">
                    <c:v>Recurring hijack</c:v>
                  </c:pt>
                  <c:pt idx="5">
                    <c:v>Allowlist aliasing</c:v>
                  </c:pt>
                  <c:pt idx="6">
                    <c:v>Memory poisoning</c:v>
                  </c:pt>
                  <c:pt idx="7">
                    <c:v>Mule network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Arm G, attested view</c:v>
                </c:pt>
              </c:strCache>
            </c:strRef>
          </c:tx>
          <c:spPr>
            <a:solidFill>
              <a:srgbClr val="D01C2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Checkout injection</c:v>
                  </c:pt>
                  <c:pt idx="1">
                    <c:v>Email injection</c:v>
                  </c:pt>
                  <c:pt idx="2">
                    <c:v>Cart substitution</c:v>
                  </c:pt>
                  <c:pt idx="3">
                    <c:v>Sub-cap structuring</c:v>
                  </c:pt>
                  <c:pt idx="4">
                    <c:v>Recurring hijack</c:v>
                  </c:pt>
                  <c:pt idx="5">
                    <c:v>Allowlist aliasing</c:v>
                  </c:pt>
                  <c:pt idx="6">
                    <c:v>Memory poisoning</c:v>
                  </c:pt>
                  <c:pt idx="7">
                    <c:v>Mule network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0.9926</c:v>
                </c:pt>
                <c:pt idx="4">
                  <c:v>0.6176</c:v>
                </c:pt>
                <c:pt idx="5">
                  <c:v>0.6562</c:v>
                </c:pt>
                <c:pt idx="6">
                  <c:v>0.9688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315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5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Ranking quality, AUC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network
supervised</c:v>
                  </c:pt>
                  <c:pt idx="1">
                    <c:v>C network
novelty</c:v>
                  </c:pt>
                  <c:pt idx="2">
                    <c:v>D attested
novelty</c:v>
                  </c:pt>
                  <c:pt idx="3">
                    <c:v>F invariants
only</c:v>
                  </c:pt>
                  <c:pt idx="4">
                    <c:v>G hybrid
proposed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0.877</c:v>
                </c:pt>
                <c:pt idx="1">
                  <c:v>0.8984</c:v>
                </c:pt>
                <c:pt idx="2">
                  <c:v>0.9595</c:v>
                </c:pt>
                <c:pt idx="3">
                  <c:v>0.7115</c:v>
                </c:pt>
                <c:pt idx="4">
                  <c:v>0.9633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Detection at 0.5% alerts</c:v>
                </c:pt>
              </c:strCache>
            </c:strRef>
          </c:tx>
          <c:spPr>
            <a:solidFill>
              <a:srgbClr val="D01C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15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network
supervised</c:v>
                  </c:pt>
                  <c:pt idx="1">
                    <c:v>C network
novelty</c:v>
                  </c:pt>
                  <c:pt idx="2">
                    <c:v>D attested
novelty</c:v>
                  </c:pt>
                  <c:pt idx="3">
                    <c:v>F invariants
only</c:v>
                  </c:pt>
                  <c:pt idx="4">
                    <c:v>G hybrid
proposed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0.1236</c:v>
                </c:pt>
                <c:pt idx="1">
                  <c:v>0.4583</c:v>
                </c:pt>
                <c:pt idx="2">
                  <c:v>0.6039</c:v>
                </c:pt>
                <c:pt idx="3">
                  <c:v>0.4239</c:v>
                </c:pt>
                <c:pt idx="4">
                  <c:v>0.7133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315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15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AGH-01 checkout injection</c:v>
                </c:pt>
              </c:strCache>
            </c:strRef>
          </c:tx>
          <c:spPr>
            <a:solidFill>
              <a:srgbClr val="D01C2F"/>
            </a:solidFill>
            <a:ln w="38100" cap="flat">
              <a:solidFill>
                <a:srgbClr val="D01C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01C2F"/>
              </a:solidFill>
              <a:ln w="9525" cap="flat">
                <a:solidFill>
                  <a:srgbClr val="D01C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0.02</c:v>
                </c:pt>
                <c:pt idx="4">
                  <c:v>0.68</c:v>
                </c:pt>
                <c:pt idx="5">
                  <c:v>0.88</c:v>
                </c:pt>
                <c:pt idx="6">
                  <c:v>0.9</c:v>
                </c:pt>
                <c:pt idx="7">
                  <c:v>0.94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AGH-03 hidden DOM</c:v>
                </c:pt>
              </c:strCache>
            </c:strRef>
          </c:tx>
          <c:spPr>
            <a:solidFill>
              <a:srgbClr val="E8734A"/>
            </a:solidFill>
            <a:ln w="38100" cap="flat">
              <a:solidFill>
                <a:srgbClr val="E87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34A"/>
              </a:solidFill>
              <a:ln w="9525" cap="flat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0.48</c:v>
                </c:pt>
                <c:pt idx="1">
                  <c:v>0.76</c:v>
                </c:pt>
                <c:pt idx="2">
                  <c:v>0.88</c:v>
                </c:pt>
                <c:pt idx="3">
                  <c:v>0.82</c:v>
                </c:pt>
                <c:pt idx="4">
                  <c:v>0.86</c:v>
                </c:pt>
                <c:pt idx="5">
                  <c:v>0.88</c:v>
                </c:pt>
                <c:pt idx="6">
                  <c:v>0.9</c:v>
                </c:pt>
                <c:pt idx="7">
                  <c:v>0.88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MND-05 allowlist aliasing</c:v>
                </c:pt>
              </c:strCache>
            </c:strRef>
          </c:tx>
          <c:spPr>
            <a:solidFill>
              <a:srgbClr val="3E5C76"/>
            </a:solidFill>
            <a:ln w="38100" cap="flat">
              <a:solidFill>
                <a:srgbClr val="3E5C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5C76"/>
              </a:solidFill>
              <a:ln w="9525" cap="flat">
                <a:solidFill>
                  <a:srgbClr val="3E5C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0.36</c:v>
                </c:pt>
                <c:pt idx="1">
                  <c:v>0.5</c:v>
                </c:pt>
                <c:pt idx="2">
                  <c:v>0.66</c:v>
                </c:pt>
                <c:pt idx="3">
                  <c:v>0.74</c:v>
                </c:pt>
                <c:pt idx="4">
                  <c:v>0.9</c:v>
                </c:pt>
                <c:pt idx="5">
                  <c:v>0.92</c:v>
                </c:pt>
                <c:pt idx="6">
                  <c:v>0.86</c:v>
                </c:pt>
                <c:pt idx="7">
                  <c:v>0.9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MND-01 memory poisoning</c:v>
                </c:pt>
              </c:strCache>
            </c:strRef>
          </c:tx>
          <c:spPr>
            <a:solidFill>
              <a:srgbClr val="7C8698"/>
            </a:solidFill>
            <a:ln w="38100" cap="flat">
              <a:solidFill>
                <a:srgbClr val="7C86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8698"/>
              </a:solidFill>
              <a:ln w="9525" cap="flat">
                <a:solidFill>
                  <a:srgbClr val="7C86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AGH-07 email injection</c:v>
                </c:pt>
              </c:strCache>
            </c:strRef>
          </c:tx>
          <c:spPr>
            <a:solidFill>
              <a:srgbClr val="2E7D4F"/>
            </a:solidFill>
            <a:ln w="381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generation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5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DEF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built the attacker and the defender, and the defender wins without labelled agentic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this is not a degraded signal problem, it is a missing signal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ARTS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CE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Red Team Simulator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that invents agentic payment fraud, simulates it at scale,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defends against it without ever having seen a labelled example.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822960" cy="41148"/>
          </a:xfrm>
          <a:prstGeom prst="rect">
            <a:avLst/>
          </a:prstGeom>
          <a:solidFill>
            <a:srgbClr val="D01C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74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Innovation Challenge  ·  Global Fintech Fest 2026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50976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59536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vectors mapped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0" y="3063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59536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end to 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fraud is not harder to detect. It is invisible.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6002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authorization is valid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194767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agentic token, passing attestation, inside the granted mandate. Nothing to decline 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9260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really consented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327355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not to this. The fraud lives in the gap between intent and cart, which the network never sees.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42519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somewhere else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45994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utterance, the confirmation event, the memory write. All inside the agent platform.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0" y="1554480"/>
            <a:ext cx="4023360" cy="3931920"/>
          </a:xfrm>
          <a:prstGeom prst="roundRect">
            <a:avLst>
              <a:gd name="adj" fmla="val 1395"/>
            </a:avLst>
          </a:prstGeom>
          <a:solidFill>
            <a:srgbClr val="1E223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fraud model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sees today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818120" y="27889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   $412.00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       5999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    agentic, attested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  valid, in scope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3ds       frictionless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 APPROVE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4709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a legitimate agent purchase.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vectors across five families, weighted to agentic rails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hijack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own agent is turned against them by content it ingests.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496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abuse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spend engineered to stay inside the granted envelope.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57276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9828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spoofing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3500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 merchant is not who the counterparty believes.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9300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9164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GenAI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2702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Pre-agentic typologies where GenAI collapses cost and scale.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49300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39496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2702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stored value, B2B, mule networks, post-authorization.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493008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1E223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vector is machine readable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4160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Mechanism, observable signals, a parameter genome with sampling ranges, and candidate defense features. One YAML feeds all three pillars.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schema/taxonomy.yaml  ·  156 tunable parameters  ·  98 candidate detection features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every field with who actually holds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4F5F8"/>
          </a:solidFill>
          <a:ln w="12700">
            <a:solidFill>
              <a:srgbClr val="D8D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v_network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fields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272491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rails carry today. The incumbent trains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D01C2F"/>
          </a:solidFill>
          <a:ln w="12700">
            <a:solidFill>
              <a:srgbClr val="D01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v_attested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 fields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272491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issuer history plus every field an attestation could carry. The deployable target.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v_omniscient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 fields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752" y="272491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Everything. A ceiling, not a proposal.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emit whole records. Projection to a view happens once, in one function, before any model sees the data. The projection is the experiment.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BEEF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reframes the finding. The detector is not weak, the evidence is stranded on the far side of a trust boundary. That turns a model problem into a network design problem, and names the exact fields worth attesting.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GENERATE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Fidelity is enforced by the harness, not promised in prose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5623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must authorize cleanly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generator starts from a well formed approved authorization and changes only what the attack changes. The smoke test fails the build if agentic attack approval drops below 90%.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85623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Genomes are checked against the taxonomy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check_params rejects any sampled value outside the declared range, so code and taxonomy cannot drift apart.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0507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are grouped, never split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records share a campaign_id and all splits group on it. A row level split would leak the attack into training.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005072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0050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means what a payments person means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526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episode prevalence is converted to a record level rate. Without it, fan-out vectors silently swamp the dataset.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attack generators · 3 benign generators · records validated against an ISO 8583 derived schema with agentic extensions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DEFEND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arms, one honest question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07008" y="1591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supervised, v_network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77640" y="1600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incumbent. Trained on benign plus classical fraud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305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2167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supervised, v_attested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21762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labels, better evidence.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novelty, v_network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752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fitted on legitimate traffic only.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8269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82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novelty, v_attested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33284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with provenance.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58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38953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 oracle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39044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attacks in training. Upper reference, not a claim.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4471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1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invariants only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44805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consent checks. No model, no labels.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109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D01C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5047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1C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hybrid, D or 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977640" y="5056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defense.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155448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1E223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229600" y="22860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attacks never appear in training. Every treatment number is zero shot.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threshold is fixed at 0.5% of legitimate traffic and calibrated on a held-out benign slice, never on training rows.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group on campaign_id.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episodes, 29 attack generators, fixed seed.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incumbent is blind, not merely degraded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by attack, at a fixed 0.5% alert budget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321040" y="1508760"/>
            <a:ext cx="3200400" cy="4206240"/>
          </a:xfrm>
          <a:prstGeom prst="roundRect">
            <a:avLst>
              <a:gd name="adj" fmla="val 1714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zeros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95360" y="228600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of twenty-one agentic vectors sit at exactly 0.00 for the incumbent. These are the attacks the taxonomy predicted would be invisible at the network, and they are.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row is the counterweight. Mule networks are caught by the incumbent and missed by ours.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deployment shape is an OR of both detectors, not a replacement.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that forced a redesign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supervised model the attested provenance fields and it recovers.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BEEF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7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moved from 0.344 to 0.355. Statistically nothing.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model trained only on classical fraud has never seen one example where an intent-to-cart mismatch meant fraud. It never learns to use the column.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evidence does not help a model whose labels never contained the pattern. And in the real world there is barely any labelled agentic fraud to train on, so this is not a temporary problem.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is structural: the defense cannot be supervised.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502920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E223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193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because a judge would ask. It is also what makes the next slide credible.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defense that needs no labelled agentic fraud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attacks, none of which appear in training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63840" y="1554480"/>
            <a:ext cx="3657600" cy="3931920"/>
          </a:xfrm>
          <a:prstGeom prst="roundRect">
            <a:avLst>
              <a:gd name="adj" fmla="val 1500"/>
            </a:avLst>
          </a:prstGeom>
          <a:solidFill>
            <a:srgbClr val="1E223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 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3816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13816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unseen agentic attacks, at a 0.5% alert rate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3611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detection fitted on legitimate traffic, ORed with nine consent invariants. Neither half uses a fraud label.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on disjoint attacks, so the combiner is a rank-max, not an average. Averaging halved whichever detector was firing and cost us an entire vector.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properties a well-formed agentic authorization must have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submitted basket is the one the user consented 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09344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554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charged is the amount consented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21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matches what the user asked for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76272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21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payee change came from the user, not from ingested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88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is the allowlisted merchant, not a lookalike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688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is not parked immediately below the cap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552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is inside its validity window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310128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2552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executed is the agent that was enrolled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201168" cy="20116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221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code was consumed by the session that requested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learned from fraud. Each is a contract term, checkable the moment the provenance field is attested, and explainable to an analyst in one sentence. That is why they generalise to attacks nobody has seen.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attacked our own defense for eight generations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mutated genomes that evade arm 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955280" y="155448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BEEF0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signals erode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AGH-01 goes from 0% evasion to 94% in seven generations of mutation inside the declared ranges.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61188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EAF3EE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813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do not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4206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AGH-07, MND-01, MND-02, MND-04 and XRL-04 never evade once. You cannot mutate a genome into not having mutated the payee.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vector's difficulty in the taxonomy is now a measured evasion rate, replacing the hand-set prior. Several priors were badly wrong.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is small, specific, and already on the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Attest, do not transmit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5727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is carried as an embedding and a consent hash, never as the user's transcript. The network learns that the cart diverged, not what was said.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mandate envelope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7157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Pay, Trusted Agent Protocol and AP2 already carry an agent identity and a mandate. Every field we need is an extension of that envelope, not a new rail.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beside the incumbent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38587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runs as an OR with the existing model. Classical fraud keeps its detector, agentic fraud gets one, and the alert budget stays at 0.5%.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D01C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is solved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50017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 needs zero labelled agentic fraud, which is exactly the position every issuer is in today.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vantage model in schema/auth_record.yaml names every field, its holder, and whether attestation could carry it.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NOT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stated before you find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Per-vector counts are small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134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26 and 406 test records per attack after the 200,000 episode run. Adequate for the arm-level claims, thin for the smallest vectors.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56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is too good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134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E reaches 1.000 with agentic attacks in training. Real fraud is less separable than simulated fraud, even with perfect labels.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05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settlement clock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6227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abuse and merchant bust-out are approximated on the authorization record rather than modelled on their own timeline.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5F8"/>
          </a:solidFill>
          <a:ln w="9525">
            <a:solidFill>
              <a:srgbClr val="D8DB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005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Recalibration is not a cure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46227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coevolution, refitting the defense on fresh benign traffic restores some vectors and not others. We report both.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0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in one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invented 42 ways to rob an agent, built 29 of them,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our own detector blind to eighteen of them, and shipped a defense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catches them without a single labelled example.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956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mapped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2900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29000" y="4956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01C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217920" y="4956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unseen attacks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0684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006840" y="4956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budget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taxonomy, experiments and prototype all reproduce from a fixed seed.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ARTS: Agentic Red Team Simulator</dc:title>
  <dc:subject>PptxGenJS Presentation</dc:subject>
  <dc:creator>ARTS</dc:creator>
  <cp:lastModifiedBy>ARTS</cp:lastModifiedBy>
  <cp:revision>1</cp:revision>
  <dcterms:created xsi:type="dcterms:W3CDTF">2026-08-17T18:42:29Z</dcterms:created>
  <dcterms:modified xsi:type="dcterms:W3CDTF">2026-08-17T18:42:29Z</dcterms:modified>
</cp:coreProperties>
</file>